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YAH SAJID" userId="d097d68f60902a4c" providerId="LiveId" clId="{49C61AD7-1536-4E6C-B8C1-0FE18D99AB82}"/>
    <pc:docChg chg="custSel delSld modSld">
      <pc:chgData name="DANIYAH SAJID" userId="d097d68f60902a4c" providerId="LiveId" clId="{49C61AD7-1536-4E6C-B8C1-0FE18D99AB82}" dt="2026-10-30T07:44:44.203" v="5" actId="478"/>
      <pc:docMkLst>
        <pc:docMk/>
      </pc:docMkLst>
      <pc:sldChg chg="del">
        <pc:chgData name="DANIYAH SAJID" userId="d097d68f60902a4c" providerId="LiveId" clId="{49C61AD7-1536-4E6C-B8C1-0FE18D99AB82}" dt="2026-10-30T07:44:21.876" v="0" actId="47"/>
        <pc:sldMkLst>
          <pc:docMk/>
          <pc:sldMk cId="0" sldId="256"/>
        </pc:sldMkLst>
      </pc:sldChg>
      <pc:sldChg chg="delSp mod">
        <pc:chgData name="DANIYAH SAJID" userId="d097d68f60902a4c" providerId="LiveId" clId="{49C61AD7-1536-4E6C-B8C1-0FE18D99AB82}" dt="2026-10-30T07:44:44.203" v="5" actId="478"/>
        <pc:sldMkLst>
          <pc:docMk/>
          <pc:sldMk cId="0" sldId="257"/>
        </pc:sldMkLst>
        <pc:spChg chg="del">
          <ac:chgData name="DANIYAH SAJID" userId="d097d68f60902a4c" providerId="LiveId" clId="{49C61AD7-1536-4E6C-B8C1-0FE18D99AB82}" dt="2026-10-30T07:44:44.203" v="5" actId="478"/>
          <ac:spMkLst>
            <pc:docMk/>
            <pc:sldMk cId="0" sldId="257"/>
            <ac:spMk id="8" creationId="{00000000-0000-0000-0000-000000000000}"/>
          </ac:spMkLst>
        </pc:spChg>
      </pc:sldChg>
      <pc:sldChg chg="delSp mod">
        <pc:chgData name="DANIYAH SAJID" userId="d097d68f60902a4c" providerId="LiveId" clId="{49C61AD7-1536-4E6C-B8C1-0FE18D99AB82}" dt="2026-10-30T07:44:40.935" v="4" actId="478"/>
        <pc:sldMkLst>
          <pc:docMk/>
          <pc:sldMk cId="0" sldId="258"/>
        </pc:sldMkLst>
        <pc:spChg chg="del">
          <ac:chgData name="DANIYAH SAJID" userId="d097d68f60902a4c" providerId="LiveId" clId="{49C61AD7-1536-4E6C-B8C1-0FE18D99AB82}" dt="2026-10-30T07:44:40.935" v="4" actId="478"/>
          <ac:spMkLst>
            <pc:docMk/>
            <pc:sldMk cId="0" sldId="258"/>
            <ac:spMk id="11" creationId="{00000000-0000-0000-0000-000000000000}"/>
          </ac:spMkLst>
        </pc:spChg>
      </pc:sldChg>
      <pc:sldChg chg="delSp mod">
        <pc:chgData name="DANIYAH SAJID" userId="d097d68f60902a4c" providerId="LiveId" clId="{49C61AD7-1536-4E6C-B8C1-0FE18D99AB82}" dt="2026-10-30T07:44:37.336" v="3" actId="478"/>
        <pc:sldMkLst>
          <pc:docMk/>
          <pc:sldMk cId="0" sldId="259"/>
        </pc:sldMkLst>
        <pc:spChg chg="del">
          <ac:chgData name="DANIYAH SAJID" userId="d097d68f60902a4c" providerId="LiveId" clId="{49C61AD7-1536-4E6C-B8C1-0FE18D99AB82}" dt="2026-10-30T07:44:37.336" v="3" actId="478"/>
          <ac:spMkLst>
            <pc:docMk/>
            <pc:sldMk cId="0" sldId="259"/>
            <ac:spMk id="8" creationId="{00000000-0000-0000-0000-000000000000}"/>
          </ac:spMkLst>
        </pc:spChg>
      </pc:sldChg>
      <pc:sldChg chg="delSp mod">
        <pc:chgData name="DANIYAH SAJID" userId="d097d68f60902a4c" providerId="LiveId" clId="{49C61AD7-1536-4E6C-B8C1-0FE18D99AB82}" dt="2026-10-30T07:44:33.302" v="2" actId="478"/>
        <pc:sldMkLst>
          <pc:docMk/>
          <pc:sldMk cId="0" sldId="260"/>
        </pc:sldMkLst>
        <pc:spChg chg="del">
          <ac:chgData name="DANIYAH SAJID" userId="d097d68f60902a4c" providerId="LiveId" clId="{49C61AD7-1536-4E6C-B8C1-0FE18D99AB82}" dt="2026-10-30T07:44:33.302" v="2" actId="478"/>
          <ac:spMkLst>
            <pc:docMk/>
            <pc:sldMk cId="0" sldId="260"/>
            <ac:spMk id="9" creationId="{00000000-0000-0000-0000-000000000000}"/>
          </ac:spMkLst>
        </pc:spChg>
      </pc:sldChg>
      <pc:sldChg chg="delSp mod">
        <pc:chgData name="DANIYAH SAJID" userId="d097d68f60902a4c" providerId="LiveId" clId="{49C61AD7-1536-4E6C-B8C1-0FE18D99AB82}" dt="2026-10-30T07:44:28.211" v="1" actId="478"/>
        <pc:sldMkLst>
          <pc:docMk/>
          <pc:sldMk cId="0" sldId="261"/>
        </pc:sldMkLst>
        <pc:spChg chg="del">
          <ac:chgData name="DANIYAH SAJID" userId="d097d68f60902a4c" providerId="LiveId" clId="{49C61AD7-1536-4E6C-B8C1-0FE18D99AB82}" dt="2026-10-30T07:44:28.211" v="1" actId="478"/>
          <ac:spMkLst>
            <pc:docMk/>
            <pc:sldMk cId="0" sldId="261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1. Executive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06424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dashboard brings the main KPIs and business charts together on one page.</a:t>
            </a:r>
          </a:p>
        </p:txBody>
      </p:sp>
      <p:pic>
        <p:nvPicPr>
          <p:cNvPr id="5" name="Picture 4" descr="image(20261030-0701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2494"/>
            <a:ext cx="7543800" cy="4103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508760"/>
            <a:ext cx="34290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Main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938528"/>
            <a:ext cx="3337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dashboard displays sales, profit, orders and profit margin.</a:t>
            </a:r>
          </a:p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It compares performance by region, category and customer segment.</a:t>
            </a:r>
          </a:p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selected Caribbean filter means the visible KPI values are for that filtered 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2. Transaction and Regional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06424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These two reports show the data at different levels of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3035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RELATIONAL REPORT</a:t>
            </a:r>
          </a:p>
        </p:txBody>
      </p:sp>
      <p:pic>
        <p:nvPicPr>
          <p:cNvPr id="6" name="Picture 5" descr="image(20261030-0702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80" y="1627632"/>
            <a:ext cx="4756680" cy="3337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98448"/>
            <a:ext cx="5303520" cy="256032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MATRIX REPORT</a:t>
            </a:r>
          </a:p>
        </p:txBody>
      </p:sp>
      <p:pic>
        <p:nvPicPr>
          <p:cNvPr id="8" name="Picture 7" descr="image(20261030-07022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02" y="1627632"/>
            <a:ext cx="4165594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212080"/>
            <a:ext cx="5257800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relational report helps inspect individual orders, customers, products, sales and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212080"/>
            <a:ext cx="5166360" cy="7772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matrix report summarizes sales, profit and quantity through the Region–State–City hierarchy.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3. 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06424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charts help compare categories, customers, regions and yearly sales.</a:t>
            </a:r>
          </a:p>
        </p:txBody>
      </p:sp>
      <p:pic>
        <p:nvPicPr>
          <p:cNvPr id="5" name="Picture 4" descr="image(20261030-0702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55" y="1325880"/>
            <a:ext cx="7149368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554480"/>
            <a:ext cx="324612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What the charts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965960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Technology has the highest sales among the categories shown.</a:t>
            </a:r>
          </a:p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Top 10 chart identifies customers with high sales.</a:t>
            </a:r>
          </a:p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regional profit chart highlights areas that need further review.</a:t>
            </a:r>
          </a:p>
          <a:p>
            <a:pPr>
              <a:spcAft>
                <a:spcPts val="10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yearly chart shows sales movement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4. Business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06424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scorecard compares actual performance with the targets entered for this practical.</a:t>
            </a:r>
          </a:p>
        </p:txBody>
      </p:sp>
      <p:pic>
        <p:nvPicPr>
          <p:cNvPr id="5" name="Picture 4" descr="image(20261030-0702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372683"/>
            <a:ext cx="6858000" cy="444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54480"/>
            <a:ext cx="388620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Scorecard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993392"/>
            <a:ext cx="374903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Sales actual: 12.64M; target: 15.00M.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Profit actual: 1.47M; target: 1.50M.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Orders actual: about 26K; target: 30K.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All three indicators are marked Partially Achieved.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4983480"/>
            <a:ext cx="3657600" cy="64008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Targets are illustrative values used in the experiment, not verified company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5. Findings and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1106424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92608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000" b="0">
                <a:solidFill>
                  <a:srgbClr val="414141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Summary based on the Power BI reports shared for this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66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Technology and the Consumer segment are strong sales areas.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Western Europe performs strongly in sales and profit.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Western Asia and Western Africa show negative regional profit.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The scorecard targets were not fully achieved.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212080" cy="32004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>
              <a:defRPr sz="17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Review discounts, prices and delivery costs in loss-making regions.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Focus on profitable products, not only high sales.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Use customer segment results to plan suitable offers.</a:t>
            </a:r>
          </a:p>
          <a:p>
            <a:pPr>
              <a:spcAft>
                <a:spcPts val="10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Check sales, profit and order targets every month.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32120"/>
            <a:ext cx="10652760" cy="502920"/>
          </a:xfrm>
          <a:prstGeom prst="rect">
            <a:avLst/>
          </a:prstGeom>
          <a:noFill/>
        </p:spPr>
        <p:txBody>
          <a:bodyPr wrap="square" lIns="36576" tIns="27432" rIns="36576" bIns="18288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solidFill>
                  <a:srgbClr val="000000"/>
                </a:solidFill>
              </a:rPr>
              <a:t>Conclusion: The reports show where the business is doing well and where profit needs attention. Regular review of the scorecard can help management track improvements.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DANIYAH SAJID</cp:lastModifiedBy>
  <cp:revision>1</cp:revision>
  <dcterms:created xsi:type="dcterms:W3CDTF">2013-01-27T09:14:16Z</dcterms:created>
  <dcterms:modified xsi:type="dcterms:W3CDTF">2026-10-30T07:44:51Z</dcterms:modified>
  <cp:category/>
</cp:coreProperties>
</file>